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Урок 10. Підсумковий проєкт QuizApp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Заняття 10 з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Урок 10. Підсумковий проєкт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QuizApp — текстова вікторина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Ми пройшли курс!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 10 уроків ви вивчили: - Змінні, типи, ввід/вивід - Оператори, перетворення - Розгалуження і цикли - Масиви та колекції - Методи - ООП: класи, спадкування, поліморфізм</a:t>
            </a:r>
          </a:p>
          <a:p>
            <a:pPr lvl="0" indent="0" marL="0">
              <a:buNone/>
            </a:pPr>
            <a:r>
              <a:rPr/>
              <a:t>Час зібрати все докупи!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Завдання: QuizApp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Текстова вікторина з: - класами </a:t>
            </a:r>
            <a:r>
              <a:rPr>
                <a:latin typeface="Courier"/>
              </a:rPr>
              <a:t>Question</a:t>
            </a:r>
            <a:r>
              <a:rPr/>
              <a:t> і </a:t>
            </a:r>
            <a:r>
              <a:rPr>
                <a:latin typeface="Courier"/>
              </a:rPr>
              <a:t>Quiz</a:t>
            </a:r>
            <a:r>
              <a:rPr/>
              <a:t>; - меню; - ≥ 5 питаннями; - підрахунком балів; - оцінкою результату.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Архітектура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class Question
{
    string Text
    string[] Options (4)
    int CorrectIndex
    bool Ask()
}
class Quiz
{
    List&lt;Question&gt; Questions
    void AddQuestion(Question q)
    void Start()
}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Метод Ask()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Ask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Text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Options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++)</a:t>
            </a:r>
            <a:br/>
            <a:r>
              <a:rPr>
                <a:latin typeface="Courier"/>
              </a:rPr>
              <a:t>    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"{i + 1}. {Options[i]}"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answer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ReadLine</a:t>
            </a:r>
            <a:r>
              <a:rPr>
                <a:solidFill>
                  <a:srgbClr val="666666"/>
                </a:solidFill>
                <a:latin typeface="Courier"/>
              </a:rPr>
              <a:t>()!)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answer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CorrectIndex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Метод Start()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correct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foreach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q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Questions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Ask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  <a:r>
              <a:rPr>
                <a:latin typeface="Courier"/>
              </a:rPr>
              <a:t> correct</a:t>
            </a:r>
            <a:r>
              <a:rPr>
                <a:solidFill>
                  <a:srgbClr val="666666"/>
                </a:solidFill>
                <a:latin typeface="Courier"/>
              </a:rPr>
              <a:t>++;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latin typeface="Courier"/>
              </a:rPr>
              <a:t> pct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correct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Questions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"Результат: {correct}/{Questions.Count} ({pct:F0}%)"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Меню в 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"1. Почати"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"2. Додати"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WriteLine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"0. Вихід"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choice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ReadLine</a:t>
            </a:r>
            <a:r>
              <a:rPr>
                <a:solidFill>
                  <a:srgbClr val="666666"/>
                </a:solidFill>
                <a:latin typeface="Courier"/>
              </a:rPr>
              <a:t>()!;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choice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"0"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choice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"1"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quiz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choice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AddQuestion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quiz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Учитель показує готовий QuizApp у </a:t>
            </a:r>
            <a:r>
              <a:rPr>
                <a:latin typeface="Courier"/>
              </a:rPr>
              <a:t>solutions/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Захист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хвилини на учня</a:t>
            </a:r>
          </a:p>
          <a:p>
            <a:pPr lvl="0"/>
            <a:r>
              <a:rPr/>
              <a:t>Що показати:</a:t>
            </a:r>
          </a:p>
          <a:p>
            <a:pPr lvl="1" indent="-342900" marL="685800">
              <a:buAutoNum type="arabicPeriod"/>
            </a:pPr>
            <a:r>
              <a:rPr/>
              <a:t>Запустити QuizApp</a:t>
            </a:r>
          </a:p>
          <a:p>
            <a:pPr lvl="1" indent="-342900" marL="685800">
              <a:buAutoNum type="arabicPeriod"/>
            </a:pPr>
            <a:r>
              <a:rPr/>
              <a:t>Пройти 2–3 питання</a:t>
            </a:r>
          </a:p>
          <a:p>
            <a:pPr lvl="1" indent="-342900" marL="685800">
              <a:buAutoNum type="arabicPeriod"/>
            </a:pPr>
            <a:r>
              <a:rPr/>
              <a:t>Показати бонусну фічу</a:t>
            </a:r>
          </a:p>
          <a:p>
            <a:pPr lvl="1" indent="-342900" marL="685800">
              <a:buAutoNum type="arabicPeriod"/>
            </a:pPr>
            <a:r>
              <a:rPr/>
              <a:t>Відповісти на 1 запитання класу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Куди далі?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Unity</a:t>
            </a:r>
            <a:r>
              <a:rPr/>
              <a:t> — створювати ігри</a:t>
            </a:r>
          </a:p>
          <a:p>
            <a:pPr lvl="0"/>
            <a:r>
              <a:rPr b="1"/>
              <a:t>ASP.NET Core</a:t>
            </a:r>
            <a:r>
              <a:rPr/>
              <a:t> — веб-сайти</a:t>
            </a:r>
          </a:p>
          <a:p>
            <a:pPr lvl="0"/>
            <a:r>
              <a:rPr b="1"/>
              <a:t>.NET MAUI</a:t>
            </a:r>
            <a:r>
              <a:rPr/>
              <a:t> — мобільні застосунки</a:t>
            </a:r>
          </a:p>
          <a:p>
            <a:pPr lvl="0"/>
            <a:r>
              <a:rPr/>
              <a:t>Microsoft Learn — безкоштовні онлайн-курси</a:t>
            </a:r>
          </a:p>
          <a:p>
            <a:pPr lvl="0"/>
            <a:r>
              <a:rPr/>
              <a:t>Книги: «C# Player’s Guide», «Pro C#»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Дякую за чудовий курс!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Вітаю — ви зробили перші професійні кроки у програмуванні.</a:t>
            </a:r>
          </a:p>
          <a:p>
            <a:pPr lvl="0" indent="0" marL="0">
              <a:buNone/>
            </a:pPr>
            <a:r>
              <a:rPr/>
              <a:t>Удачі у вашому шляху розробника!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10. Підсумковий проєкт QuizApp</dc:title>
  <dc:creator/>
  <cp:keywords/>
  <dcterms:created xsi:type="dcterms:W3CDTF">2026-05-24T20:50:07Z</dcterms:created>
  <dcterms:modified xsi:type="dcterms:W3CDTF">2026-05-24T20:50:07Z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Заняття 10 з 10</vt:lpwstr>
  </property>
</Properties>
</file>