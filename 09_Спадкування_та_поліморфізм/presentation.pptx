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Урок 9. Спадкування і поліморфізм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Заняття 9 з 10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Урок 9. Спадкування, поліморфізм, інкапсуляція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Класи стають родинами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Чотири стовпи ООП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Інкапсуляція</a:t>
            </a:r>
            <a:r>
              <a:rPr/>
              <a:t> — приховуй внутрішнє</a:t>
            </a:r>
          </a:p>
          <a:p>
            <a:pPr lvl="0" indent="-342900" marL="342900">
              <a:buAutoNum type="arabicPeriod"/>
            </a:pPr>
            <a:r>
              <a:rPr b="1"/>
              <a:t>Спадкування</a:t>
            </a:r>
            <a:r>
              <a:rPr/>
              <a:t> — успадковуй риси</a:t>
            </a:r>
          </a:p>
          <a:p>
            <a:pPr lvl="0" indent="-342900" marL="342900">
              <a:buAutoNum type="arabicPeriod"/>
            </a:pPr>
            <a:r>
              <a:rPr b="1"/>
              <a:t>Поліморфізм</a:t>
            </a:r>
            <a:r>
              <a:rPr/>
              <a:t> — різна поведінка одного методу</a:t>
            </a:r>
          </a:p>
          <a:p>
            <a:pPr lvl="0" indent="-342900" marL="342900">
              <a:buAutoNum type="arabicPeriod"/>
            </a:pPr>
            <a:r>
              <a:rPr b="1"/>
              <a:t>Абстракція</a:t>
            </a:r>
            <a:r>
              <a:rPr/>
              <a:t> — модель без зайвого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Спадкування — навіщо?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Без спадкування: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Dog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Eat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{...}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Cat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Eat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{...}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Cow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Eat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{...}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😱 Однакові методи дублюються.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Зі спадкуванням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Animal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Eat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Dog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Animal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Cat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Animal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Cow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Animal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>
                <a:latin typeface="Courier"/>
              </a:rPr>
              <a:t>Eat</a:t>
            </a:r>
            <a:r>
              <a:rPr/>
              <a:t> і </a:t>
            </a:r>
            <a:r>
              <a:rPr>
                <a:latin typeface="Courier"/>
              </a:rPr>
              <a:t>Name</a:t>
            </a:r>
            <a:r>
              <a:rPr/>
              <a:t> — успадковуються.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virtual / override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Animal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virtual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Sound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"..."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Dog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Animal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override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Sound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"Гав!"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Cat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Animal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override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Sound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"Мяу!"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Поліморфізм — магія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Animal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zoo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zoo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Add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Dog</a:t>
            </a:r>
            <a:r>
              <a:rPr>
                <a:solidFill>
                  <a:srgbClr val="666666"/>
                </a:solidFill>
                <a:latin typeface="Courier"/>
              </a:rPr>
              <a:t>());</a:t>
            </a:r>
            <a:br/>
            <a:r>
              <a:rPr>
                <a:latin typeface="Courier"/>
              </a:rPr>
              <a:t>zoo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Add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solidFill>
                  <a:srgbClr val="666666"/>
                </a:solidFill>
                <a:latin typeface="Courier"/>
              </a:rPr>
              <a:t>());</a:t>
            </a:r>
            <a:br/>
            <a:r>
              <a:rPr>
                <a:latin typeface="Courier"/>
              </a:rPr>
              <a:t>zoo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Add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Cow</a:t>
            </a:r>
            <a:r>
              <a:rPr>
                <a:solidFill>
                  <a:srgbClr val="666666"/>
                </a:solidFill>
                <a:latin typeface="Courier"/>
              </a:rPr>
              <a:t>());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foreach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a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zoo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Console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WriteLine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Sound</a:t>
            </a:r>
            <a:r>
              <a:rPr>
                <a:solidFill>
                  <a:srgbClr val="666666"/>
                </a:solidFill>
                <a:latin typeface="Courier"/>
              </a:rPr>
              <a:t>());</a:t>
            </a:r>
          </a:p>
          <a:p>
            <a:pPr lvl="0" indent="0" marL="0">
              <a:buNone/>
            </a:pPr>
            <a:r>
              <a:rPr/>
              <a:t>Виведе:</a:t>
            </a:r>
          </a:p>
          <a:p>
            <a:pPr lvl="0" indent="0">
              <a:buNone/>
            </a:pPr>
            <a:r>
              <a:rPr>
                <a:latin typeface="Courier"/>
              </a:rPr>
              <a:t>Гав!
Мяу!
Му!</a:t>
            </a:r>
          </a:p>
          <a:p>
            <a:pPr lvl="0" indent="0" marL="0">
              <a:buNone/>
            </a:pPr>
            <a:r>
              <a:rPr b="1"/>
              <a:t>Один цикл — різна поведінка</a:t>
            </a:r>
            <a:r>
              <a:rPr/>
              <a:t>!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abstract клас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abstract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Shape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abstract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Area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Circle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Shape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latin typeface="Courier"/>
              </a:rPr>
              <a:t> 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override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Area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Math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PI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R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abstract</a:t>
            </a:r>
            <a:r>
              <a:rPr/>
              <a:t> клас — лише шаблон. Реальні — нащадки.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Інкапсуляція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BankAccount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latin typeface="Courier"/>
              </a:rPr>
              <a:t> _balance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Deposit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_balance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Withdraw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_balance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_balance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Поле приватне → жодних злих хакерів.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— виклик батька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Dog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Animal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override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Sound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"Я собака. 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base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Sound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base</a:t>
            </a:r>
            <a:r>
              <a:rPr/>
              <a:t> — повернутись до батьківської реалізації.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Що далі?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Урок 10: </a:t>
            </a:r>
            <a:r>
              <a:rPr b="1"/>
              <a:t>підсумковий проєкт</a:t>
            </a:r>
          </a:p>
          <a:p>
            <a:pPr lvl="0"/>
            <a:r>
              <a:rPr/>
              <a:t>Збираємо власну текстову вікторину</a:t>
            </a:r>
          </a:p>
          <a:p>
            <a:pPr lvl="0"/>
            <a:r>
              <a:rPr/>
              <a:t>Захищаємо свій проєкт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Завдання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</a:t>
            </a:r>
            <a:r>
              <a:rPr b="1"/>
              <a:t>На уроці:</a:t>
            </a:r>
            <a:r>
              <a:rPr/>
              <a:t> 6 завдань</a:t>
            </a:r>
          </a:p>
          <a:p>
            <a:pPr lvl="0" indent="0" marL="0">
              <a:buNone/>
            </a:pPr>
            <a:r>
              <a:rPr/>
              <a:t>📝 </a:t>
            </a:r>
            <a:r>
              <a:rPr b="1"/>
              <a:t>Додому:</a:t>
            </a:r>
            <a:r>
              <a:rPr/>
              <a:t> Зоопарк з 5+ тваринами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9. Спадкування і поліморфізм</dc:title>
  <dc:creator/>
  <cp:keywords/>
  <dcterms:created xsi:type="dcterms:W3CDTF">2026-05-24T20:50:07Z</dcterms:created>
  <dcterms:modified xsi:type="dcterms:W3CDTF">2026-05-24T20:50:07Z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Заняття 9 з 10</vt:lpwstr>
  </property>
</Properties>
</file>